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E0684-8A8F-4C14-851C-DED54BE90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6D4C4D-B15F-464E-978A-1D56CBB6F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AADF32-0021-45D4-9A88-E3636928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C6B4A-0018-408C-9E76-96EC9CE8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6CAB8E-0748-4334-AB1D-DE28ECDD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14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2DEAC-3D91-45B3-9D9F-B2A6E366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0BD548-4C40-4F34-86BA-A5CDB010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D2E8E-06EA-4C4E-BD64-3A3BD2C5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4AC067-2868-4D6E-86B6-6E6A3DC5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7B6572-E67B-4908-9EAC-B51BB7C9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10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62F56-4349-47A7-BAEB-B63FF224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142EDA-4C67-4D30-9560-A99EFFB13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10EAD-00EA-49AD-B977-46F243B0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A5CE76-ED18-4BB5-8123-D33F859B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D9C1D-491D-40AB-BF7A-354BCF70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19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97FE9-8641-42DD-911A-94B41982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29D13-91CA-4DB9-82D9-9E01651B3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C6CDC4-222C-4E29-B228-C311C6CBC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D1AED3-6A6A-4A9B-9C02-15CF08D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0A9FB4-0F75-4D5C-A10E-4EC7DABA7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2F5711-968D-4218-9FC9-39CA7964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16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E1FCD-3E32-4727-A008-74515071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8759A8-AC1F-46B8-A5D3-4554080F1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3993FD-B94B-4107-973F-5C045FE94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230D8C-75BF-4EED-BF75-6A5E103F9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DDA7A6-B534-440E-B94D-D133B1C81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BDEF9-6175-4354-B9DB-146F5DF8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D37CB9-D0AB-4F13-AF84-44905FB7E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D5FA63-6CD1-4F84-8759-178ACB99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26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657FD-D0BD-45D1-B9AA-1BD867AD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08F952-1C09-4ACE-8BEA-FABCC41D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E1260A-1E02-4642-A82F-FEFFE697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1B48DE-3D51-4D60-8319-D55901E5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69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79859E-4EF8-4E81-BB5F-F22CF597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482E125-C401-4FAB-A7DC-DBA125C6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57B199-0BC9-4F7A-ADCC-6B688334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60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6CC60-3558-4701-A4BD-AA236543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66B84-84B2-4D0B-9141-3EBF63EAD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33D36E-1C75-4C45-B28C-8A51AE8CC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E506B0-C3ED-4156-816A-5A68C703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43F32B-14BA-47B6-8900-B8B853CD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496DA6-CEB2-4F7C-A32B-62250E92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24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9BB35-BC82-471E-AE0D-ACE3DC98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86847D-05D6-4D97-A607-ACBD9D436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793D47-AF7C-4EE1-8DF7-68BB65E4D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BC621F-FC16-4870-A1A5-FABBDB25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11027D-37F0-4977-9BBA-BEF7ADDE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71BC61-DDB3-4210-8C63-0CC1899D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96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017A6-15C8-4202-91FE-4494F9CE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2C7C86-E505-4ACE-B94C-1FED8E5E2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E4FCB1-936A-4206-A6B9-D12E4A87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756C09-5543-4214-802B-8E64B3D3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4E5C92-32C4-4B43-A6ED-6FFD3CA9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78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F71963-DC45-4CA8-B7AE-3A8020C2D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21D3EC-68A2-4061-A67A-6DA3C6379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6B243-88A9-4C76-A0F7-626C61FA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24F8EC-6165-43E3-BE81-5E40FEFA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0C5D89-959C-4D6F-98CF-8E29C7C8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195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5AD42-E5B6-4D65-8EB7-749CD35F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115281-684B-4E8D-AE56-FA1FCFE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DF52BB-FB75-41F2-A9CA-A04139931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7E7D7-4697-47C5-A51F-AB50B4A00A8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1D245-47AD-4A88-A81D-BF3B91261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099C8A-4615-40DB-9AB3-8BDC7D039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A27AF-E386-4658-9D08-123E5842D9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4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F9E3B2D-88DA-44C9-84F3-0B3B12EB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70787-C8A5-4B70-8D64-DFB2C67D2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2797"/>
            <a:ext cx="9144000" cy="2387600"/>
          </a:xfrm>
          <a:effectLst>
            <a:reflection blurRad="6350" stA="50000" endA="275" endPos="40000" dist="101600" dir="5400000" sy="-100000" algn="bl" rotWithShape="0"/>
          </a:effectLst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Century Gothic" panose="020B0502020202020204" pitchFamily="34" charset="0"/>
              </a:rPr>
              <a:t>Sector7</a:t>
            </a:r>
            <a:endParaRPr lang="ru-RU" b="1" dirty="0">
              <a:solidFill>
                <a:schemeClr val="bg1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B825D6-89DE-4BF8-A4C2-4A1F4FC2F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407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Console Survival-Horror RPG</a:t>
            </a:r>
            <a:endParaRPr lang="ru-RU" dirty="0">
              <a:solidFill>
                <a:schemeClr val="bg1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F9B05F5-2A6F-46F2-9142-FC0EA12953FE}"/>
              </a:ext>
            </a:extLst>
          </p:cNvPr>
          <p:cNvCxnSpPr/>
          <p:nvPr/>
        </p:nvCxnSpPr>
        <p:spPr>
          <a:xfrm>
            <a:off x="4057650" y="3602038"/>
            <a:ext cx="3951514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4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F9E3B2D-88DA-44C9-84F3-0B3B12EB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B825D6-89DE-4BF8-A4C2-4A1F4FC2F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40480"/>
            <a:ext cx="9144000" cy="165576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reflection stA="16000" endPos="76000" dist="114300" dir="5400000" sy="-100000" algn="bl" rotWithShape="0"/>
                </a:effectLst>
              </a:rPr>
              <a:t>ТАКТИКА &gt; ПРОСТО ЦИФРЫ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F9B05F5-2A6F-46F2-9142-FC0EA12953FE}"/>
              </a:ext>
            </a:extLst>
          </p:cNvPr>
          <p:cNvCxnSpPr>
            <a:cxnSpLocks/>
          </p:cNvCxnSpPr>
          <p:nvPr/>
        </p:nvCxnSpPr>
        <p:spPr>
          <a:xfrm>
            <a:off x="1804307" y="3915569"/>
            <a:ext cx="826225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4E18CCD-1B3E-400E-B198-C5394FB58035}"/>
              </a:ext>
            </a:extLst>
          </p:cNvPr>
          <p:cNvSpPr txBox="1">
            <a:spLocks/>
          </p:cNvSpPr>
          <p:nvPr/>
        </p:nvSpPr>
        <p:spPr>
          <a:xfrm>
            <a:off x="1804307" y="4015129"/>
            <a:ext cx="8262256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Система состояний: </a:t>
            </a:r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Charge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(x3 урон + стан), </a:t>
            </a:r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Defend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(блок 60% + хил)</a:t>
            </a:r>
          </a:p>
          <a:p>
            <a:pPr algn="l"/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Интерактивный мир: Используй станцию против врагов</a:t>
            </a:r>
          </a:p>
          <a:p>
            <a:pPr algn="l"/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Реиграбельность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: 20 локаций и RNG-</a:t>
            </a:r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спавн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12 типов врагов. Каждое прохождение уникально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2870ED3-CA02-411B-91E4-942FE17F074C}"/>
              </a:ext>
            </a:extLst>
          </p:cNvPr>
          <p:cNvCxnSpPr>
            <a:cxnSpLocks/>
          </p:cNvCxnSpPr>
          <p:nvPr/>
        </p:nvCxnSpPr>
        <p:spPr>
          <a:xfrm>
            <a:off x="1804306" y="5670891"/>
            <a:ext cx="826225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58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F9E3B2D-88DA-44C9-84F3-0B3B12EB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286D58-E02C-4A32-AD93-78872D006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79" y="2049080"/>
            <a:ext cx="1085065" cy="2759839"/>
          </a:xfrm>
          <a:prstGeom prst="rect">
            <a:avLst/>
          </a:prstGeom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C7BA5B63-992E-4F93-AACF-2828420203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65529" y="2601118"/>
            <a:ext cx="72142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Data-Driven Design: 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Баланс, лор и строки вынесены во внешние .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txt 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файлы (</a:t>
            </a:r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парсинг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без </a:t>
            </a:r>
            <a:r>
              <a:rPr lang="ru-RU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хардкода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).</a:t>
            </a:r>
          </a:p>
          <a:p>
            <a:pPr algn="l"/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Паттерн «Системы»: Логика боя инкапсулирована в </a:t>
            </a: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CombatSystem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, 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локализация — в </a:t>
            </a: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TextManager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(O(1) </a:t>
            </a:r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поиск).</a:t>
            </a:r>
          </a:p>
        </p:txBody>
      </p:sp>
    </p:spTree>
    <p:extLst>
      <p:ext uri="{BB962C8B-B14F-4D97-AF65-F5344CB8AC3E}">
        <p14:creationId xmlns:p14="http://schemas.microsoft.com/office/powerpoint/2010/main" val="11252130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</Words>
  <Application>Microsoft Office PowerPoint</Application>
  <PresentationFormat>Широкоэкранный</PresentationFormat>
  <Paragraphs>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Тема Office</vt:lpstr>
      <vt:lpstr>Sector7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Sector7</dc:title>
  <dc:creator>111</dc:creator>
  <cp:lastModifiedBy>111</cp:lastModifiedBy>
  <cp:revision>2</cp:revision>
  <dcterms:created xsi:type="dcterms:W3CDTF">2026-06-12T22:18:59Z</dcterms:created>
  <dcterms:modified xsi:type="dcterms:W3CDTF">2026-06-12T22:26:11Z</dcterms:modified>
</cp:coreProperties>
</file>